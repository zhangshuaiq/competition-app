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108" y="8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36450" y="304362"/>
            <a:ext cx="9144000" cy="47385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自由答题方案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75920" y="1597660"/>
            <a:ext cx="11548745" cy="1777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自由答题：能通过面板控制某些号台，某个队员（如指定某些团队的队员</a:t>
            </a:r>
            <a:r>
              <a:rPr lang="en-US" altLang="zh-CN" dirty="0"/>
              <a:t>2</a:t>
            </a:r>
            <a:r>
              <a:rPr lang="zh-CN" altLang="en-US" dirty="0"/>
              <a:t>作答）作答。该模式能使用竞技排行，应记录指定队伍的答题时间，未指定队伍分数和时间不变。该模式面向团队答题，可指定所有或者部分团队某个选手提交答案。</a:t>
            </a:r>
            <a:endParaRPr lang="zh-CN" altLang="en-US" dirty="0"/>
          </a:p>
          <a:p>
            <a:r>
              <a:rPr lang="zh-CN" altLang="en-US" dirty="0"/>
              <a:t>特别注意：未指定作答团队分数不增不减，勾选的团队按正常加分扣分（指定队伍未答按答错处理）。</a:t>
            </a:r>
            <a:endParaRPr lang="zh-CN" altLang="en-US" dirty="0"/>
          </a:p>
          <a:p>
            <a:r>
              <a:rPr lang="zh-CN" altLang="en-US" dirty="0"/>
              <a:t>全部：该模式下默认全部勾选，不主动取消一直全部队伍作答，取消后可指定某些队伍作答。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队员</a:t>
            </a:r>
            <a:r>
              <a:rPr lang="en-US" altLang="zh-CN" dirty="0">
                <a:sym typeface="+mn-ea"/>
              </a:rPr>
              <a:t>1 </a:t>
            </a:r>
            <a:r>
              <a:rPr lang="zh-CN" altLang="en-US" dirty="0">
                <a:sym typeface="+mn-ea"/>
              </a:rPr>
              <a:t>队员</a:t>
            </a:r>
            <a:r>
              <a:rPr lang="en-US" altLang="zh-CN" dirty="0">
                <a:sym typeface="+mn-ea"/>
              </a:rPr>
              <a:t>2 </a:t>
            </a:r>
            <a:r>
              <a:rPr lang="zh-CN" altLang="en-US" dirty="0">
                <a:sym typeface="+mn-ea"/>
              </a:rPr>
              <a:t>队员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：选择所有团队的几号队员答题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252680" y="3731260"/>
            <a:ext cx="284086" cy="26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7536766" y="36875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全选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9401076" y="3731260"/>
            <a:ext cx="1047566" cy="26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</a:rPr>
              <a:t>队员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文本框 4"/>
          <p:cNvSpPr txBox="1"/>
          <p:nvPr/>
        </p:nvSpPr>
        <p:spPr>
          <a:xfrm>
            <a:off x="7252906" y="328486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控制面板加入下面功能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9394066" y="4097011"/>
            <a:ext cx="1047566" cy="26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</a:rPr>
              <a:t>队员</a:t>
            </a:r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401076" y="4468108"/>
            <a:ext cx="1047566" cy="26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</a:rPr>
              <a:t>队员</a:t>
            </a:r>
            <a:r>
              <a:rPr lang="en-US" altLang="zh-CN" dirty="0">
                <a:solidFill>
                  <a:schemeClr val="bg1"/>
                </a:solidFill>
              </a:rPr>
              <a:t>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0729313" y="3727679"/>
            <a:ext cx="665825" cy="26633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确定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990672" y="4370022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990672" y="3634509"/>
            <a:ext cx="462502" cy="46250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椭圆 20"/>
          <p:cNvSpPr/>
          <p:nvPr/>
        </p:nvSpPr>
        <p:spPr>
          <a:xfrm>
            <a:off x="1519117" y="3629593"/>
            <a:ext cx="462502" cy="46250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椭圆 21"/>
          <p:cNvSpPr/>
          <p:nvPr/>
        </p:nvSpPr>
        <p:spPr>
          <a:xfrm>
            <a:off x="2047562" y="3640920"/>
            <a:ext cx="462502" cy="46250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椭圆 22"/>
          <p:cNvSpPr/>
          <p:nvPr/>
        </p:nvSpPr>
        <p:spPr>
          <a:xfrm>
            <a:off x="2576007" y="3651711"/>
            <a:ext cx="462502" cy="46250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椭圆 23"/>
          <p:cNvSpPr/>
          <p:nvPr/>
        </p:nvSpPr>
        <p:spPr>
          <a:xfrm>
            <a:off x="3104452" y="3651711"/>
            <a:ext cx="462502" cy="46250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椭圆 24"/>
          <p:cNvSpPr/>
          <p:nvPr/>
        </p:nvSpPr>
        <p:spPr>
          <a:xfrm>
            <a:off x="1519117" y="4370022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6" name="椭圆 25"/>
          <p:cNvSpPr/>
          <p:nvPr/>
        </p:nvSpPr>
        <p:spPr>
          <a:xfrm>
            <a:off x="2047562" y="4370022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7" name="椭圆 26"/>
          <p:cNvSpPr/>
          <p:nvPr/>
        </p:nvSpPr>
        <p:spPr>
          <a:xfrm>
            <a:off x="2576007" y="4370022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8" name="椭圆 27"/>
          <p:cNvSpPr/>
          <p:nvPr/>
        </p:nvSpPr>
        <p:spPr>
          <a:xfrm>
            <a:off x="3104452" y="4370022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3907024" y="368750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未选择号台的情况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3883017" y="441660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部分号台选中的情况</a:t>
            </a:r>
            <a:endParaRPr lang="zh-CN" altLang="en-US" dirty="0"/>
          </a:p>
        </p:txBody>
      </p:sp>
      <p:sp>
        <p:nvSpPr>
          <p:cNvPr id="31" name="椭圆 30"/>
          <p:cNvSpPr/>
          <p:nvPr/>
        </p:nvSpPr>
        <p:spPr>
          <a:xfrm>
            <a:off x="1014679" y="4996046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2" name="椭圆 31"/>
          <p:cNvSpPr/>
          <p:nvPr/>
        </p:nvSpPr>
        <p:spPr>
          <a:xfrm>
            <a:off x="1543124" y="4996046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3" name="椭圆 32"/>
          <p:cNvSpPr/>
          <p:nvPr/>
        </p:nvSpPr>
        <p:spPr>
          <a:xfrm>
            <a:off x="2071569" y="4996046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4" name="椭圆 33"/>
          <p:cNvSpPr/>
          <p:nvPr/>
        </p:nvSpPr>
        <p:spPr>
          <a:xfrm>
            <a:off x="2600014" y="4996046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5" name="椭圆 34"/>
          <p:cNvSpPr/>
          <p:nvPr/>
        </p:nvSpPr>
        <p:spPr>
          <a:xfrm>
            <a:off x="3128459" y="4996046"/>
            <a:ext cx="462502" cy="462502"/>
          </a:xfrm>
          <a:prstGeom prst="ellipse">
            <a:avLst/>
          </a:prstGeom>
          <a:solidFill>
            <a:srgbClr val="FF000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3907024" y="504263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全部号台选中的情况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503504" y="573966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通过选择部分号台来控制部分队伍答题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75920" y="810260"/>
            <a:ext cx="11383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答案模式现有样式不大满足自由答题模式使用，因为未指定答题队伍分数不存在分数加减。故感觉单独设置一模式（自由答题模式）更方便使用和更改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431800" y="315595"/>
            <a:ext cx="1139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自由答题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70990" y="384175"/>
            <a:ext cx="331470" cy="2933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983740" y="315595"/>
            <a:ext cx="1583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答案单独展示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25780" y="826770"/>
            <a:ext cx="10916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勾选答案单独展示后，答案按单独页展示方式展示，团队：咖啡店</a:t>
            </a:r>
            <a:r>
              <a:rPr lang="en-US" altLang="zh-CN"/>
              <a:t>1  </a:t>
            </a:r>
            <a:r>
              <a:rPr lang="zh-CN" altLang="en-US">
                <a:solidFill>
                  <a:srgbClr val="FF0000"/>
                </a:solidFill>
              </a:rPr>
              <a:t>队员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/>
              <a:t>  </a:t>
            </a:r>
            <a:r>
              <a:rPr lang="zh-CN" altLang="en-US"/>
              <a:t>回答：</a:t>
            </a:r>
            <a:r>
              <a:rPr lang="en-US" altLang="zh-CN"/>
              <a:t>  20        </a:t>
            </a:r>
            <a:endParaRPr lang="en-US" altLang="zh-CN"/>
          </a:p>
          <a:p>
            <a:r>
              <a:rPr lang="zh-CN" altLang="en-US">
                <a:sym typeface="+mn-ea"/>
              </a:rPr>
              <a:t>标红的（队员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）按面板指定队员变化。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1602105"/>
            <a:ext cx="10267315" cy="2724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4497070"/>
            <a:ext cx="9610725" cy="1447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1800" y="6012180"/>
            <a:ext cx="7437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不管队员</a:t>
            </a:r>
            <a:r>
              <a:rPr lang="en-US" altLang="zh-CN"/>
              <a:t>1</a:t>
            </a:r>
            <a:r>
              <a:rPr lang="zh-CN" altLang="en-US"/>
              <a:t>，队员</a:t>
            </a:r>
            <a:r>
              <a:rPr lang="en-US" altLang="zh-CN"/>
              <a:t>2,</a:t>
            </a:r>
            <a:r>
              <a:rPr lang="zh-CN" altLang="en-US"/>
              <a:t>等作答，状态条都按团队显示。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5640" y="311150"/>
            <a:ext cx="10515600" cy="90170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该模式是否可以使用竞技排行榜，分数计算团队的</a:t>
            </a:r>
            <a:r>
              <a:rPr lang="en-US" altLang="zh-CN"/>
              <a:t>   </a:t>
            </a:r>
            <a:r>
              <a:rPr lang="zh-CN" altLang="en-US"/>
              <a:t>时间计算队员</a:t>
            </a:r>
            <a:r>
              <a:rPr lang="en-US" altLang="zh-CN"/>
              <a:t>1+</a:t>
            </a:r>
            <a:r>
              <a:rPr lang="zh-CN" altLang="en-US"/>
              <a:t>队员</a:t>
            </a:r>
            <a:r>
              <a:rPr lang="en-US" altLang="zh-CN"/>
              <a:t>2+</a:t>
            </a:r>
            <a:r>
              <a:rPr lang="zh-CN" altLang="en-US"/>
              <a:t>队员</a:t>
            </a:r>
            <a:r>
              <a:rPr lang="en-US" altLang="zh-CN"/>
              <a:t>3</a:t>
            </a:r>
            <a:r>
              <a:rPr lang="zh-CN" altLang="en-US"/>
              <a:t>的总和？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WPS 演示</Application>
  <PresentationFormat>宽屏</PresentationFormat>
  <Paragraphs>73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明天</cp:lastModifiedBy>
  <cp:revision>23</cp:revision>
  <dcterms:created xsi:type="dcterms:W3CDTF">2023-08-09T12:44:00Z</dcterms:created>
  <dcterms:modified xsi:type="dcterms:W3CDTF">2026-07-01T07:28:09Z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297C40C2340346A7AF3BA7B479F7E7F3_12</vt:lpwstr>
  </property>
</Properties>
</file>